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C2FD7-13F4-1767-FB51-840B2382C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9780B4-82DF-01C1-A572-7A9DE297B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0ED631-755D-0097-8256-9EB7B592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060E-761A-4C0A-B51E-CA040B38CB7F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624A2B-EE44-3EC2-2778-07AE78D5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65E192-5FE3-C1D4-FF20-9CAE7FE1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3D6F-0A7E-4CDB-AC53-C46B5CAAFF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432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D99F1-7B02-0771-4BC1-BCD8FFC8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ACC69E-82AF-45FA-EE04-38983237C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BCBC17-F37D-CBA9-519B-D48BB329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060E-761A-4C0A-B51E-CA040B38CB7F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D06B7C-3411-D75E-1727-0E3C0D61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CCE837-8C17-ADFF-4A41-8EAEBF22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3D6F-0A7E-4CDB-AC53-C46B5CAAFF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079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D6187-D9C9-3FA5-08C9-8A3D797BA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171F53-3017-C61C-B212-112D89B15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335BD6-265B-B8DF-0CAB-B434EF4BC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060E-761A-4C0A-B51E-CA040B38CB7F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A747CC-E974-9C5E-5A4B-C524CB327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369925-0423-B70B-F163-B6A26090A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3D6F-0A7E-4CDB-AC53-C46B5CAAFF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79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5F58E-FE09-8FDE-3A16-33992889A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E3DB93-6E35-3079-16C3-447B6C6A0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3EA97A-5527-6808-0B07-D56E60221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3365BD-50BB-9747-A1F7-BE8C6245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060E-761A-4C0A-B51E-CA040B38CB7F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70E50A-1308-7AD4-08EC-D2329B4A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EE69D4-12D8-F61A-214C-DCEC82A6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3D6F-0A7E-4CDB-AC53-C46B5CAAFF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448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ED296-594E-3974-4851-3DB955D4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B0AB22-8025-AA46-7273-0321122BD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6878F3-0D41-B4F9-0667-3D80262FC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6D9E96-3EA7-F540-59B0-C5A6615F5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8A6BF5-459B-A205-E1C9-217DA39FF1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FD85067-CC59-179C-B464-8E823BDA0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060E-761A-4C0A-B51E-CA040B38CB7F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5E8F1CD-095B-7095-0E90-884F11B67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905D473-13F7-7F10-CBA5-F9AE9FF8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3D6F-0A7E-4CDB-AC53-C46B5CAAFF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2599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B3FC3-FB23-CD84-747F-5232D8297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713B385-57F8-F24A-B54C-542E54D2B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060E-761A-4C0A-B51E-CA040B38CB7F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6F5047-F87F-8452-2DA8-0CA9413AC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D91971-4929-15BE-18B3-89CFB8A4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3D6F-0A7E-4CDB-AC53-C46B5CAAFF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848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A456925-69BF-873C-D80C-87D3A0815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060E-761A-4C0A-B51E-CA040B38CB7F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2C903A2-D227-9286-3EF7-CBFB3548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03F953-8048-3852-E3E0-2CAE6D9D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3D6F-0A7E-4CDB-AC53-C46B5CAAFF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909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31EE5-3994-293F-8F42-AA02C2CA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714CE9-219E-D666-5687-3625C0963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79D896-F900-B2B0-DC5B-F09809F8A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8D1891-0639-5F13-106F-DEDB09792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060E-761A-4C0A-B51E-CA040B38CB7F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C44EDC-B9E9-A80C-8EC5-3460BCF7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82BD49-D67B-A68D-6F7E-89FD111DE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3D6F-0A7E-4CDB-AC53-C46B5CAAFF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798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425D6-1EC0-EA03-77C4-780E2673B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0405A4E-8AE6-31A1-0A1A-EF58ECDAA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EC0A5B-B40B-63BB-914C-268337F0B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F6877D-67B0-A529-BE3E-9A48D56EC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060E-761A-4C0A-B51E-CA040B38CB7F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BB7F40-CFB3-D02A-FBFE-093296E0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1F6ACF-A86A-C4E2-58A4-4CF5DF7D0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3D6F-0A7E-4CDB-AC53-C46B5CAAFF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071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22996-35F3-0490-2B66-99020E9A9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62C2A5-DC8C-614B-9404-A59765BA2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819B1C-A14E-E9AC-65EA-84C0C412D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060E-761A-4C0A-B51E-CA040B38CB7F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F3277D-DB1B-DA9C-13DC-0D85A18A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171926-DB56-D424-EE82-7C4A99A4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3D6F-0A7E-4CDB-AC53-C46B5CAAFF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041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283332-8E13-95CF-82C4-49EEF328ED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073EEE-B759-7D14-E31B-95A3B95C9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4FF108-7C8F-C17B-12D3-31475F12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060E-761A-4C0A-B51E-CA040B38CB7F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4D91BD-35CC-E7CC-D2AD-3A5F9E6E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D9D9A8-149B-7ADC-57C7-A303F970A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3D6F-0A7E-4CDB-AC53-C46B5CAAFF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595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C8C1018-4830-D9E2-C99F-E4D6199F4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45C45C-19D3-AA95-E373-E035DC163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E348CE-71C8-4B02-5FB5-9366648FA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D060E-761A-4C0A-B51E-CA040B38CB7F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0A596B-FB7E-B10E-8B6A-E42421D6E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0B1021-BBC3-AEA9-AE97-2737B02F3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53D6F-0A7E-4CDB-AC53-C46B5CAAFF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09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7B163-1237-4874-A828-16AC68BF89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293B0D-CB75-BC32-0975-BFDEB9F03B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1659D4-F197-E52F-4006-83BCC80F2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C8B11B1-914A-AB1F-24F7-DCC26CA5D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6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0D8E697-6B26-B671-1342-76DA403F3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8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A9B4E5D-823B-8EBD-0381-2E0EE00BF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068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2A91961-9FAB-7629-5CDB-AE589D8F2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741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A351965-6530-EA86-3B00-83EC702AE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438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B1E747-0BE5-FE27-60D8-6A558DA0F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864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DE09CA2-FA5A-0572-4E04-353A39602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47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8BC5D46-938C-EDB8-59C7-1DEC64B55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810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D37EBD5-7123-E8CA-342B-566C23225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902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2966665-9097-2DC2-5F86-34BA5A424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28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4C4EC99-8653-2F16-2A8B-35A4354B1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10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36E9BE9-0BD6-4CC8-26D0-C37DCC694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53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191F3C1-7B6D-9F9D-FA79-B12E6002F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23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3F269B0-85BB-EBF2-9FC0-5E4AB06F9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32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E0A3E8F-80C4-C909-A22C-65C6BAA88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74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B3B82F7-FF83-FBAD-A55F-8B49FABB6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914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6E0427C-E546-8F48-D862-CBD0181FB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60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4CDBC99-D6E8-DC78-1A4E-FA2F6A38B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77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288FD1F-C377-E8B9-81BA-8559CBCCD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91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784140A-627D-F93F-1782-5F4E8C132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771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19B8486-EA08-0F51-CED3-029D4D846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94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EE66DDB-57E4-919A-23E6-202198CD1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700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16F4039-26E6-3998-551B-D133C3B4A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900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Camila da Silva Badaró</dc:creator>
  <cp:lastModifiedBy>Camila da Silva Badaró</cp:lastModifiedBy>
  <cp:revision>2</cp:revision>
  <dcterms:created xsi:type="dcterms:W3CDTF">2026-06-18T22:06:37Z</dcterms:created>
  <dcterms:modified xsi:type="dcterms:W3CDTF">2026-06-18T22:20:39Z</dcterms:modified>
</cp:coreProperties>
</file>